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0"/>
  </p:normalViewPr>
  <p:slideViewPr>
    <p:cSldViewPr snapToGrid="0" snapToObjects="1">
      <p:cViewPr>
        <p:scale>
          <a:sx n="117" d="100"/>
          <a:sy n="117" d="100"/>
        </p:scale>
        <p:origin x="3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D7CA8-6E60-B04A-A534-ED9B217D3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37287A-E3C4-1144-AFEB-8E08127DD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8B2B3E-C756-6D4A-B29E-31A79769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6F0BBB-A16A-A948-8443-CBD28D27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9E7025-C877-9A47-B885-B88F559C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26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586C3-5984-0D4D-AB95-229E3651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49DCF8-4940-6340-AA57-9B675C8A8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A5216-0684-0C4D-B462-7CE5275E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33798-FB80-5E4A-A72F-696BCE68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1BD36-D49F-BF43-8FDB-AF177DAA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08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C3618-9BEE-864A-A428-664DD219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36A12F-1561-E24C-815B-F3BEFAAE0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D3ED0-59A5-2448-B847-A138BEA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D1FB6A-8A73-B949-BF4B-CE234662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A6998E-22F7-7041-A414-F5C219B7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44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4F709-EC63-F241-965C-0B6BD36B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EFE5A4-ACC9-3B46-9E80-DCA07B40B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7B2C06-CFA8-1644-8453-466F7E16F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24B1A1-4492-7B4A-BB4A-C3C9D13D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F287BC-D20C-334C-9DBD-702E5D9E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271ADB-1997-0A4C-AF02-A79BEB31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64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D73A6-7B94-3746-91A8-32B851B8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4667C5-ECE9-AF49-8752-853A0218A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73A850-EAFC-EE46-8DCA-FF399CCE8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B2D469A-6697-2646-ABF6-644454589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C0BA41-27BA-0544-9A8F-6855C3F13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541959-DD5A-1B47-96BF-CAE86F19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E9ADD7-8BD6-1246-8ED6-A6E013E2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0E6B23-9FCF-D14F-9F69-F3E8B5B3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48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9EE1E-67E6-E649-AB03-B5A24E6C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3E6969-12D6-0A48-8024-B49270CE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205EF1-821B-C246-B1B8-E8D45CF5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728C63-4B3C-F445-B4E5-FF2E1A66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79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109841-04FA-5F4B-B485-BBD256B1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E3D71E-DDD3-6E48-975B-794857AE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37B94-E338-494F-B0E8-68875B8E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04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1F10C-820B-004D-951C-A6F75043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C0EEED-6FB4-A941-ABF1-FC3BF64E5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F718FE-042D-B545-8894-F99D7BAC4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CEEBF-15A8-5A41-A723-4C7081C9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860B69-3403-5149-A878-47AF5C7A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BAACAB-B47B-AE45-A870-B8920DC6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03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96598-3813-3A41-A2BC-7B213E88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89C364-9005-404E-A495-B366A3131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A36D0A-DF75-2D40-81E7-C66551EFE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C8EBA9-C5EC-2C47-B803-DA83BEB5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54328-8464-E84F-9BBE-C73627F3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171AEE-2440-A944-844E-A9D9B135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11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67B72-E34D-734E-B897-F9F3F5F7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B843B5-844E-BB4E-A8C7-B74745A6C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096D4-FE83-C941-A6D4-4E028C0F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5CA70D-76CF-9B4E-BA5F-7C096D30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15C1DF-B69F-EC4A-B72B-D6DCCFCC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57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7C4FD3-22E3-8A43-95DC-579B40498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F9E8EC-4E12-A142-A427-66B1ED0C4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4E626-1101-FE4D-9C78-2165B218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224BE-77AF-7E44-9D89-75903CAD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3F9D19-5696-FA45-AD02-9D605CD9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36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3014F-D8E4-2043-9F92-98D9DD9C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AE0CCF-CBD8-8048-8907-1924B8EA4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39584D-82F9-7741-B7FC-D19B4B4E4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D904C-5F5E-604F-8CC3-0913C0184DDB}" type="datetimeFigureOut">
              <a:rPr lang="ru-RU" smtClean="0"/>
              <a:t>29.08.2021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3221B6-53E7-FD45-B06D-73E76668F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430B91-2192-1E4B-8D41-7EB30F073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DBA6D-AE3D-B44E-8F67-2581747E65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57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33BCC94-6B9A-DB48-863F-262E7911C041}"/>
              </a:ext>
            </a:extLst>
          </p:cNvPr>
          <p:cNvCxnSpPr>
            <a:cxnSpLocks/>
          </p:cNvCxnSpPr>
          <p:nvPr/>
        </p:nvCxnSpPr>
        <p:spPr>
          <a:xfrm flipV="1">
            <a:off x="1118286" y="2909648"/>
            <a:ext cx="6758023" cy="8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008F167-3CF0-6944-B0BE-30C7A5D8BCDB}"/>
              </a:ext>
            </a:extLst>
          </p:cNvPr>
          <p:cNvSpPr/>
          <p:nvPr/>
        </p:nvSpPr>
        <p:spPr>
          <a:xfrm flipH="1">
            <a:off x="1671219" y="2908826"/>
            <a:ext cx="110383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84D2C5-ACF1-2947-9285-FD431F0B8A40}"/>
              </a:ext>
            </a:extLst>
          </p:cNvPr>
          <p:cNvSpPr/>
          <p:nvPr/>
        </p:nvSpPr>
        <p:spPr>
          <a:xfrm flipH="1">
            <a:off x="2463330" y="2705204"/>
            <a:ext cx="206491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E8928F-BEE1-A348-B0F9-57BD3C265E08}"/>
              </a:ext>
            </a:extLst>
          </p:cNvPr>
          <p:cNvSpPr/>
          <p:nvPr/>
        </p:nvSpPr>
        <p:spPr>
          <a:xfrm flipH="1">
            <a:off x="3236619" y="2910468"/>
            <a:ext cx="206491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42A8E98-5BD1-F046-B1C6-F7FC688E075D}"/>
              </a:ext>
            </a:extLst>
          </p:cNvPr>
          <p:cNvSpPr/>
          <p:nvPr/>
        </p:nvSpPr>
        <p:spPr>
          <a:xfrm flipH="1">
            <a:off x="4009908" y="2705204"/>
            <a:ext cx="206491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8F302C-1431-8A43-B8BF-E768ED7FAA63}"/>
              </a:ext>
            </a:extLst>
          </p:cNvPr>
          <p:cNvSpPr/>
          <p:nvPr/>
        </p:nvSpPr>
        <p:spPr>
          <a:xfrm flipH="1">
            <a:off x="1563199" y="2908826"/>
            <a:ext cx="110386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B0747-08AB-9D40-A978-E8F521C70128}"/>
                  </a:ext>
                </a:extLst>
              </p:cNvPr>
              <p:cNvSpPr txBox="1"/>
              <p:nvPr/>
            </p:nvSpPr>
            <p:spPr>
              <a:xfrm>
                <a:off x="1205511" y="3135335"/>
                <a:ext cx="587775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QDA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B0747-08AB-9D40-A978-E8F521C70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511" y="3135335"/>
                <a:ext cx="587775" cy="4380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7C44F0-8B9F-2548-BD70-948FB3EFB06D}"/>
                  </a:ext>
                </a:extLst>
              </p:cNvPr>
              <p:cNvSpPr txBox="1"/>
              <p:nvPr/>
            </p:nvSpPr>
            <p:spPr>
              <a:xfrm>
                <a:off x="1633171" y="3135335"/>
                <a:ext cx="517613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QDA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7C44F0-8B9F-2548-BD70-948FB3EFB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71" y="3135335"/>
                <a:ext cx="517613" cy="438005"/>
              </a:xfrm>
              <a:prstGeom prst="rect">
                <a:avLst/>
              </a:prstGeom>
              <a:blipFill>
                <a:blip r:embed="rId3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77BC41DB-B517-424F-AEFF-287553041DEE}"/>
              </a:ext>
            </a:extLst>
          </p:cNvPr>
          <p:cNvCxnSpPr>
            <a:cxnSpLocks/>
          </p:cNvCxnSpPr>
          <p:nvPr/>
        </p:nvCxnSpPr>
        <p:spPr>
          <a:xfrm flipV="1">
            <a:off x="1673585" y="1758462"/>
            <a:ext cx="0" cy="1152007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1F7D85F3-A7E8-9B4B-9EF1-CA1F6B856FB5}"/>
              </a:ext>
            </a:extLst>
          </p:cNvPr>
          <p:cNvCxnSpPr>
            <a:cxnSpLocks/>
          </p:cNvCxnSpPr>
          <p:nvPr/>
        </p:nvCxnSpPr>
        <p:spPr>
          <a:xfrm>
            <a:off x="1118286" y="2440459"/>
            <a:ext cx="555299" cy="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394687-93D7-2442-BE7A-E4880473C7B8}"/>
                  </a:ext>
                </a:extLst>
              </p:cNvPr>
              <p:cNvSpPr txBox="1"/>
              <p:nvPr/>
            </p:nvSpPr>
            <p:spPr>
              <a:xfrm>
                <a:off x="1017981" y="2096696"/>
                <a:ext cx="5877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Arc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394687-93D7-2442-BE7A-E4880473C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81" y="2096696"/>
                <a:ext cx="587775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23A4423-B656-5E4F-AF03-1CCE6CD851FC}"/>
              </a:ext>
            </a:extLst>
          </p:cNvPr>
          <p:cNvCxnSpPr>
            <a:cxnSpLocks/>
          </p:cNvCxnSpPr>
          <p:nvPr/>
        </p:nvCxnSpPr>
        <p:spPr>
          <a:xfrm flipH="1" flipV="1">
            <a:off x="982511" y="2385867"/>
            <a:ext cx="61565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5FDB099-968B-A042-A7EA-C37F6A9430D3}"/>
              </a:ext>
            </a:extLst>
          </p:cNvPr>
          <p:cNvCxnSpPr>
            <a:cxnSpLocks/>
          </p:cNvCxnSpPr>
          <p:nvPr/>
        </p:nvCxnSpPr>
        <p:spPr>
          <a:xfrm>
            <a:off x="1749002" y="2385868"/>
            <a:ext cx="6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EA363C29-1F6F-FE4B-AC5C-E79B7373DD40}"/>
              </a:ext>
            </a:extLst>
          </p:cNvPr>
          <p:cNvCxnSpPr>
            <a:cxnSpLocks/>
          </p:cNvCxnSpPr>
          <p:nvPr/>
        </p:nvCxnSpPr>
        <p:spPr>
          <a:xfrm>
            <a:off x="1685564" y="2440458"/>
            <a:ext cx="555299" cy="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0D59233-9906-B84B-8815-CA79C0DFC1A6}"/>
                  </a:ext>
                </a:extLst>
              </p:cNvPr>
              <p:cNvSpPr txBox="1"/>
              <p:nvPr/>
            </p:nvSpPr>
            <p:spPr>
              <a:xfrm>
                <a:off x="1705206" y="2100902"/>
                <a:ext cx="1152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Straight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section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0D59233-9906-B84B-8815-CA79C0DFC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206" y="2100902"/>
                <a:ext cx="1152257" cy="276999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AA9D3B-E164-884E-96A0-7D8BA87E2BE0}"/>
                  </a:ext>
                </a:extLst>
              </p:cNvPr>
              <p:cNvSpPr txBox="1"/>
              <p:nvPr/>
            </p:nvSpPr>
            <p:spPr>
              <a:xfrm>
                <a:off x="2307768" y="2435124"/>
                <a:ext cx="5176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AA9D3B-E164-884E-96A0-7D8BA87E2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68" y="2435124"/>
                <a:ext cx="51761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835C45-E2A3-B142-ABDE-F63C1BDB39B6}"/>
                  </a:ext>
                </a:extLst>
              </p:cNvPr>
              <p:cNvSpPr txBox="1"/>
              <p:nvPr/>
            </p:nvSpPr>
            <p:spPr>
              <a:xfrm>
                <a:off x="3081057" y="3115732"/>
                <a:ext cx="5176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835C45-E2A3-B142-ABDE-F63C1BDB3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57" y="3115732"/>
                <a:ext cx="51761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3F34B9-FDBC-3F40-908D-20F726FB329A}"/>
                  </a:ext>
                </a:extLst>
              </p:cNvPr>
              <p:cNvSpPr txBox="1"/>
              <p:nvPr/>
            </p:nvSpPr>
            <p:spPr>
              <a:xfrm>
                <a:off x="3854346" y="2437084"/>
                <a:ext cx="5176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QF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3F34B9-FDBC-3F40-908D-20F726FB3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346" y="2437084"/>
                <a:ext cx="51761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2" name="Таблица 42">
                <a:extLst>
                  <a:ext uri="{FF2B5EF4-FFF2-40B4-BE49-F238E27FC236}">
                    <a16:creationId xmlns:a16="http://schemas.microsoft.com/office/drawing/2014/main" id="{8728823D-C134-D34F-8998-0F6827E1A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907634"/>
                  </p:ext>
                </p:extLst>
              </p:nvPr>
            </p:nvGraphicFramePr>
            <p:xfrm>
              <a:off x="2118031" y="4048858"/>
              <a:ext cx="4758532" cy="126699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23887">
                      <a:extLst>
                        <a:ext uri="{9D8B030D-6E8A-4147-A177-3AD203B41FA5}">
                          <a16:colId xmlns:a16="http://schemas.microsoft.com/office/drawing/2014/main" val="3694529621"/>
                        </a:ext>
                      </a:extLst>
                    </a:gridCol>
                    <a:gridCol w="1304818">
                      <a:extLst>
                        <a:ext uri="{9D8B030D-6E8A-4147-A177-3AD203B41FA5}">
                          <a16:colId xmlns:a16="http://schemas.microsoft.com/office/drawing/2014/main" val="1623788072"/>
                        </a:ext>
                      </a:extLst>
                    </a:gridCol>
                    <a:gridCol w="1929827">
                      <a:extLst>
                        <a:ext uri="{9D8B030D-6E8A-4147-A177-3AD203B41FA5}">
                          <a16:colId xmlns:a16="http://schemas.microsoft.com/office/drawing/2014/main" val="44296010"/>
                        </a:ext>
                      </a:extLst>
                    </a:gridCol>
                  </a:tblGrid>
                  <a:tr h="3525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Quadrupoles</a:t>
                          </a:r>
                          <a:endParaRPr lang="ru-RU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Length, m</a:t>
                          </a:r>
                          <a:endParaRPr lang="ru-RU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Gradients, </a:t>
                          </a:r>
                          <a:r>
                            <a:rPr lang="en-US" sz="1400" b="1" dirty="0" err="1"/>
                            <a:t>kG</a:t>
                          </a:r>
                          <a:r>
                            <a:rPr lang="en-US" sz="1400" b="1" dirty="0"/>
                            <a:t>/cm</a:t>
                          </a:r>
                          <a:endParaRPr lang="ru-RU" sz="1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4190911"/>
                      </a:ext>
                    </a:extLst>
                  </a:tr>
                  <a:tr h="28886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QDA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-1.84665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656011"/>
                      </a:ext>
                    </a:extLst>
                  </a:tr>
                  <a:tr h="28886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i="0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1.565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9169818"/>
                      </a:ext>
                    </a:extLst>
                  </a:tr>
                  <a:tr h="2888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i="0" smtClean="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-1.</a:t>
                          </a:r>
                          <a:r>
                            <a:rPr lang="en-US" sz="1400" dirty="0">
                              <a:effectLst/>
                            </a:rPr>
                            <a:t>86</a:t>
                          </a:r>
                          <a:endParaRPr lang="ru-RU" sz="1400" dirty="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68375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2" name="Таблица 42">
                <a:extLst>
                  <a:ext uri="{FF2B5EF4-FFF2-40B4-BE49-F238E27FC236}">
                    <a16:creationId xmlns:a16="http://schemas.microsoft.com/office/drawing/2014/main" id="{8728823D-C134-D34F-8998-0F6827E1A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1907634"/>
                  </p:ext>
                </p:extLst>
              </p:nvPr>
            </p:nvGraphicFramePr>
            <p:xfrm>
              <a:off x="2118031" y="4048858"/>
              <a:ext cx="4758532" cy="126699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23887">
                      <a:extLst>
                        <a:ext uri="{9D8B030D-6E8A-4147-A177-3AD203B41FA5}">
                          <a16:colId xmlns:a16="http://schemas.microsoft.com/office/drawing/2014/main" val="3694529621"/>
                        </a:ext>
                      </a:extLst>
                    </a:gridCol>
                    <a:gridCol w="1304818">
                      <a:extLst>
                        <a:ext uri="{9D8B030D-6E8A-4147-A177-3AD203B41FA5}">
                          <a16:colId xmlns:a16="http://schemas.microsoft.com/office/drawing/2014/main" val="1623788072"/>
                        </a:ext>
                      </a:extLst>
                    </a:gridCol>
                    <a:gridCol w="1929827">
                      <a:extLst>
                        <a:ext uri="{9D8B030D-6E8A-4147-A177-3AD203B41FA5}">
                          <a16:colId xmlns:a16="http://schemas.microsoft.com/office/drawing/2014/main" val="44296010"/>
                        </a:ext>
                      </a:extLst>
                    </a:gridCol>
                  </a:tblGrid>
                  <a:tr h="3525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Quadrupoles</a:t>
                          </a:r>
                          <a:endParaRPr lang="ru-RU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Length, m</a:t>
                          </a:r>
                          <a:endParaRPr lang="ru-RU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/>
                            <a:t>Gradients, </a:t>
                          </a:r>
                          <a:r>
                            <a:rPr lang="en-US" sz="1400" b="1" dirty="0" err="1"/>
                            <a:t>kG</a:t>
                          </a:r>
                          <a:r>
                            <a:rPr lang="en-US" sz="1400" b="1" dirty="0"/>
                            <a:t>/cm</a:t>
                          </a:r>
                          <a:endParaRPr lang="ru-RU" sz="1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419091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9"/>
                          <a:stretch>
                            <a:fillRect t="-120833" r="-213333" b="-22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-1.84665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65601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9"/>
                          <a:stretch>
                            <a:fillRect t="-212000" r="-213333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1.565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91698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9"/>
                          <a:stretch>
                            <a:fillRect t="-325000" r="-21333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1,52</a:t>
                          </a:r>
                          <a:endParaRPr lang="ru-RU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400" dirty="0">
                              <a:effectLst/>
                            </a:rPr>
                            <a:t>-1.</a:t>
                          </a:r>
                          <a:r>
                            <a:rPr lang="en-US" sz="1400" dirty="0">
                              <a:effectLst/>
                            </a:rPr>
                            <a:t>86</a:t>
                          </a:r>
                          <a:endParaRPr lang="ru-RU" sz="1400" dirty="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68375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3705E58-25F1-B24C-A74E-4B1CC93C05E2}"/>
              </a:ext>
            </a:extLst>
          </p:cNvPr>
          <p:cNvCxnSpPr>
            <a:cxnSpLocks/>
          </p:cNvCxnSpPr>
          <p:nvPr/>
        </p:nvCxnSpPr>
        <p:spPr>
          <a:xfrm flipV="1">
            <a:off x="3443110" y="2910467"/>
            <a:ext cx="0" cy="50343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1ECBC402-70B7-7543-8E23-ECA827F5ECA9}"/>
              </a:ext>
            </a:extLst>
          </p:cNvPr>
          <p:cNvCxnSpPr>
            <a:cxnSpLocks/>
          </p:cNvCxnSpPr>
          <p:nvPr/>
        </p:nvCxnSpPr>
        <p:spPr>
          <a:xfrm flipV="1">
            <a:off x="4009908" y="2910467"/>
            <a:ext cx="0" cy="50343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D85E3A0A-DE04-734B-AD1D-BEC8D5F22AB1}"/>
              </a:ext>
            </a:extLst>
          </p:cNvPr>
          <p:cNvCxnSpPr>
            <a:cxnSpLocks/>
          </p:cNvCxnSpPr>
          <p:nvPr/>
        </p:nvCxnSpPr>
        <p:spPr>
          <a:xfrm flipV="1">
            <a:off x="3452912" y="3403314"/>
            <a:ext cx="55699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7F9410F6-9F27-5448-94FC-D4BC1AE018D8}"/>
                  </a:ext>
                </a:extLst>
              </p:cNvPr>
              <p:cNvSpPr/>
              <p:nvPr/>
            </p:nvSpPr>
            <p:spPr>
              <a:xfrm>
                <a:off x="3375442" y="3387627"/>
                <a:ext cx="79002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8,508 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7F9410F6-9F27-5448-94FC-D4BC1AE018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442" y="3387627"/>
                <a:ext cx="790023" cy="276999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60C77E78-DDB0-5A41-BF72-BD5F55771BAE}"/>
              </a:ext>
            </a:extLst>
          </p:cNvPr>
          <p:cNvCxnSpPr>
            <a:cxnSpLocks/>
          </p:cNvCxnSpPr>
          <p:nvPr/>
        </p:nvCxnSpPr>
        <p:spPr>
          <a:xfrm flipV="1">
            <a:off x="2669821" y="2908826"/>
            <a:ext cx="0" cy="50343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2C8463AE-ECD4-C048-B2BB-9721FA4FD3E4}"/>
              </a:ext>
            </a:extLst>
          </p:cNvPr>
          <p:cNvCxnSpPr>
            <a:cxnSpLocks/>
          </p:cNvCxnSpPr>
          <p:nvPr/>
        </p:nvCxnSpPr>
        <p:spPr>
          <a:xfrm flipV="1">
            <a:off x="3236619" y="2908826"/>
            <a:ext cx="0" cy="50343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D062053B-F4C8-B24B-80AA-D631D1963CE1}"/>
              </a:ext>
            </a:extLst>
          </p:cNvPr>
          <p:cNvCxnSpPr>
            <a:cxnSpLocks/>
          </p:cNvCxnSpPr>
          <p:nvPr/>
        </p:nvCxnSpPr>
        <p:spPr>
          <a:xfrm flipV="1">
            <a:off x="2679623" y="3401673"/>
            <a:ext cx="55699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3BA5F74B-1CFF-F344-AFAF-358647E933FD}"/>
                  </a:ext>
                </a:extLst>
              </p:cNvPr>
              <p:cNvSpPr/>
              <p:nvPr/>
            </p:nvSpPr>
            <p:spPr>
              <a:xfrm>
                <a:off x="2602153" y="3385986"/>
                <a:ext cx="79002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8,508 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3BA5F74B-1CFF-F344-AFAF-358647E93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153" y="3385986"/>
                <a:ext cx="790023" cy="276999"/>
              </a:xfrm>
              <a:prstGeom prst="rect">
                <a:avLst/>
              </a:prstGeom>
              <a:blipFill>
                <a:blip r:embed="rId11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FC9F86E4-CA0D-1546-8C2F-CDAF9BCA895C}"/>
              </a:ext>
            </a:extLst>
          </p:cNvPr>
          <p:cNvCxnSpPr>
            <a:cxnSpLocks/>
          </p:cNvCxnSpPr>
          <p:nvPr/>
        </p:nvCxnSpPr>
        <p:spPr>
          <a:xfrm flipV="1">
            <a:off x="1721012" y="1756819"/>
            <a:ext cx="541754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418A85D6-05BF-114D-8F32-DDA71E2403B1}"/>
                  </a:ext>
                </a:extLst>
              </p:cNvPr>
              <p:cNvSpPr/>
              <p:nvPr/>
            </p:nvSpPr>
            <p:spPr>
              <a:xfrm>
                <a:off x="3262279" y="1821425"/>
                <a:ext cx="24700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12 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FODO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leng</m:t>
                    </m:r>
                    <m:r>
                      <m:rPr>
                        <m:sty m:val="p"/>
                      </m:rPr>
                      <a:rPr lang="en-US" sz="1200" b="0" i="1" smtClean="0">
                        <a:latin typeface="Cambria Math" panose="02040503050406030204" pitchFamily="18" charset="0"/>
                      </a:rPr>
                      <m:t>th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ru-RU" sz="1200" dirty="0">
                    <a:effectLst/>
                  </a:rPr>
                  <a:t>240</a:t>
                </a:r>
                <a:r>
                  <a:rPr lang="en-US" sz="1200" dirty="0">
                    <a:effectLst/>
                  </a:rPr>
                  <a:t>,</a:t>
                </a:r>
                <a:r>
                  <a:rPr lang="ru-RU" sz="1200" dirty="0">
                    <a:effectLst/>
                  </a:rPr>
                  <a:t>672</a:t>
                </a:r>
                <a:r>
                  <a:rPr lang="en-US" sz="1200" dirty="0">
                    <a:effectLst/>
                  </a:rPr>
                  <a:t> m</a:t>
                </a:r>
                <a:endParaRPr lang="ru-RU" sz="1200" dirty="0">
                  <a:effectLst/>
                </a:endParaRPr>
              </a:p>
            </p:txBody>
          </p:sp>
        </mc:Choice>
        <mc:Fallback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418A85D6-05BF-114D-8F32-DDA71E240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279" y="1821425"/>
                <a:ext cx="2470035" cy="276999"/>
              </a:xfrm>
              <a:prstGeom prst="rect">
                <a:avLst/>
              </a:prstGeom>
              <a:blipFill>
                <a:blip r:embed="rId1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6B353525-0A99-2D4D-B3C4-7D48E1586E70}"/>
              </a:ext>
            </a:extLst>
          </p:cNvPr>
          <p:cNvCxnSpPr>
            <a:cxnSpLocks/>
          </p:cNvCxnSpPr>
          <p:nvPr/>
        </p:nvCxnSpPr>
        <p:spPr>
          <a:xfrm flipV="1">
            <a:off x="7252855" y="1756819"/>
            <a:ext cx="0" cy="1152007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8312B9-9C44-B641-A5F1-498A106D9404}"/>
                  </a:ext>
                </a:extLst>
              </p:cNvPr>
              <p:cNvSpPr txBox="1"/>
              <p:nvPr/>
            </p:nvSpPr>
            <p:spPr>
              <a:xfrm>
                <a:off x="6793428" y="3096698"/>
                <a:ext cx="517613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QDA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8312B9-9C44-B641-A5F1-498A106D9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428" y="3096698"/>
                <a:ext cx="517613" cy="438005"/>
              </a:xfrm>
              <a:prstGeom prst="rect">
                <a:avLst/>
              </a:prstGeom>
              <a:blipFill>
                <a:blip r:embed="rId13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1C0DE169-2AEB-7548-90B2-33275935DB14}"/>
              </a:ext>
            </a:extLst>
          </p:cNvPr>
          <p:cNvCxnSpPr>
            <a:cxnSpLocks/>
          </p:cNvCxnSpPr>
          <p:nvPr/>
        </p:nvCxnSpPr>
        <p:spPr>
          <a:xfrm>
            <a:off x="6697542" y="2456286"/>
            <a:ext cx="555299" cy="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7CDFE3-8B85-DD43-809A-B75B20B72251}"/>
                  </a:ext>
                </a:extLst>
              </p:cNvPr>
              <p:cNvSpPr txBox="1"/>
              <p:nvPr/>
            </p:nvSpPr>
            <p:spPr>
              <a:xfrm>
                <a:off x="7281680" y="2105163"/>
                <a:ext cx="5877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Arc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7CDFE3-8B85-DD43-809A-B75B20B72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680" y="2105163"/>
                <a:ext cx="587775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15D3CB5A-27FD-1B45-B6A4-C894B156C9D7}"/>
              </a:ext>
            </a:extLst>
          </p:cNvPr>
          <p:cNvCxnSpPr>
            <a:cxnSpLocks/>
          </p:cNvCxnSpPr>
          <p:nvPr/>
        </p:nvCxnSpPr>
        <p:spPr>
          <a:xfrm>
            <a:off x="7260718" y="2456286"/>
            <a:ext cx="555299" cy="1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7A2630B6-306B-2347-9A54-8EB49BDABAE8}"/>
              </a:ext>
            </a:extLst>
          </p:cNvPr>
          <p:cNvCxnSpPr>
            <a:cxnSpLocks/>
          </p:cNvCxnSpPr>
          <p:nvPr/>
        </p:nvCxnSpPr>
        <p:spPr>
          <a:xfrm>
            <a:off x="7286817" y="2388208"/>
            <a:ext cx="6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C227A0C3-68C9-0C40-B206-F88A639CEAC1}"/>
              </a:ext>
            </a:extLst>
          </p:cNvPr>
          <p:cNvSpPr/>
          <p:nvPr/>
        </p:nvSpPr>
        <p:spPr>
          <a:xfrm flipH="1">
            <a:off x="7255850" y="2908826"/>
            <a:ext cx="110383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4EC7BF77-2571-4F44-A98A-9862EC8C8643}"/>
              </a:ext>
            </a:extLst>
          </p:cNvPr>
          <p:cNvSpPr/>
          <p:nvPr/>
        </p:nvSpPr>
        <p:spPr>
          <a:xfrm flipH="1">
            <a:off x="7147830" y="2908826"/>
            <a:ext cx="110386" cy="205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9C19D8-F7F5-F844-ABA1-A1BDB45382B2}"/>
                  </a:ext>
                </a:extLst>
              </p:cNvPr>
              <p:cNvSpPr txBox="1"/>
              <p:nvPr/>
            </p:nvSpPr>
            <p:spPr>
              <a:xfrm>
                <a:off x="7203023" y="3090652"/>
                <a:ext cx="517613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QDA</m:t>
                          </m:r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9C19D8-F7F5-F844-ABA1-A1BDB4538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023" y="3090652"/>
                <a:ext cx="517613" cy="438005"/>
              </a:xfrm>
              <a:prstGeom prst="rect">
                <a:avLst/>
              </a:prstGeom>
              <a:blipFill>
                <a:blip r:embed="rId15"/>
                <a:stretch>
                  <a:fillRect r="-2439"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1D7A9DC7-3035-5E4D-8616-39F8ADAF5347}"/>
              </a:ext>
            </a:extLst>
          </p:cNvPr>
          <p:cNvCxnSpPr>
            <a:cxnSpLocks/>
          </p:cNvCxnSpPr>
          <p:nvPr/>
        </p:nvCxnSpPr>
        <p:spPr>
          <a:xfrm flipH="1" flipV="1">
            <a:off x="6588125" y="2391853"/>
            <a:ext cx="61565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4640143-18CD-A44F-8C6C-730B3D105D07}"/>
                  </a:ext>
                </a:extLst>
              </p:cNvPr>
              <p:cNvSpPr txBox="1"/>
              <p:nvPr/>
            </p:nvSpPr>
            <p:spPr>
              <a:xfrm>
                <a:off x="6066637" y="2100902"/>
                <a:ext cx="1152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Straight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section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4640143-18CD-A44F-8C6C-730B3D105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637" y="2100902"/>
                <a:ext cx="1152257" cy="276999"/>
              </a:xfrm>
              <a:prstGeom prst="rect">
                <a:avLst/>
              </a:prstGeom>
              <a:blipFill>
                <a:blip r:embed="rId1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7947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48</Words>
  <Application>Microsoft Macintosh PowerPoint</Application>
  <PresentationFormat>Широкоэкранный</PresentationFormat>
  <Paragraphs>26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2021-08-29T11:59:41Z</dcterms:created>
  <dcterms:modified xsi:type="dcterms:W3CDTF">2021-08-30T11:09:54Z</dcterms:modified>
</cp:coreProperties>
</file>